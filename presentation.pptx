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Slab" panose="020F0502020204030204" pitchFamily="2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8083EA-B767-4A37-B532-EE4D366FD5BA}">
  <a:tblStyle styleId="{3D8083EA-B767-4A37-B532-EE4D366FD5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757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8de90c89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8de90c89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8de90c89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8de90c89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8de90c89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8de90c89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902ff7b9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902ff7b9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de90c89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de90c89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8de90c89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8de90c89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de90c89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8de90c89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cf6e50cf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cf6e50cf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f6e50cf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cf6e50cf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cf6e50cf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cf6e50cf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8de90c89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8de90c892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150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150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EGT 309 T1 Team 5</a:t>
            </a:r>
            <a:endParaRPr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0" y="3049450"/>
            <a:ext cx="5783400" cy="13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Members: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Nigel Nakajima Ken (241555R)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Jayden Sim Zhong Yi (224546P)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Gua Yihao (242851Z)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Contributions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cleaning.py - Nigel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config.py - Nigel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ingestion.py - Nigel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preprocessing.py - Jayden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synthetic_data_generation.py - Jayden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training.py - Yihao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evaluate.py - Yihao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Null/Error handling methods</a:t>
            </a:r>
            <a:endParaRPr/>
          </a:p>
        </p:txBody>
      </p:sp>
      <p:graphicFrame>
        <p:nvGraphicFramePr>
          <p:cNvPr id="76" name="Google Shape;76;p15"/>
          <p:cNvGraphicFramePr/>
          <p:nvPr/>
        </p:nvGraphicFramePr>
        <p:xfrm>
          <a:off x="387900" y="13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{3D8083EA-B767-4A37-B532-EE4D366FD5BA}</a:tableStyleId>
              </a:tblPr>
              <a:tblGrid>
                <a:gridCol w="18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Temperature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 assumed that temperature values are in Kelvin and corrected them to be in Celsius.</a:t>
                      </a:r>
                      <a:endParaRPr sz="2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Humidity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 removed humidity values below 0 and above 100 by setting them to NaN.</a:t>
                      </a:r>
                      <a:endParaRPr sz="2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Missing values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 used KNN to impute all the missing data.</a:t>
                      </a:r>
                      <a:endParaRPr sz="2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Visualisations</a:t>
            </a:r>
            <a:endParaRPr/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583275" y="147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{3D8083EA-B767-4A37-B532-EE4D366FD5BA}</a:tableStyleId>
              </a:tblPr>
              <a:tblGrid>
                <a:gridCol w="213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5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Scatter plot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Plot data points to see outliers.</a:t>
                      </a:r>
                      <a:endParaRPr sz="2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Histogram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Visualise the distribution of data.</a:t>
                      </a:r>
                      <a:endParaRPr sz="2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Heatmap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Visualise correlation between features.</a:t>
                      </a:r>
                      <a:endParaRPr sz="2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100" y="923600"/>
            <a:ext cx="3602974" cy="17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24250" y="127000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Visualisations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100" y="2826400"/>
            <a:ext cx="3602974" cy="21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8275" y="906775"/>
            <a:ext cx="4588496" cy="40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choices</a:t>
            </a:r>
            <a:endParaRPr/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280550" y="158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{3D8083EA-B767-4A37-B532-EE4D366FD5BA}</a:tableStyleId>
              </a:tblPr>
              <a:tblGrid>
                <a:gridCol w="256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6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Forest</a:t>
                      </a:r>
                      <a:endParaRPr sz="20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Supervised machine learning algorithm that combines the predictions of multiple individual decision trees to generate a single, more accurate, and stable output.</a:t>
                      </a:r>
                      <a:endParaRPr sz="1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Open-source, highly optimised machine learning library designed to implement gradient-boosted decision trees.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SVM (RBF)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Supervised machine learning algorithm used primarily for classification and regression tasks .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Tuning methods</a:t>
            </a:r>
            <a:endParaRPr/>
          </a:p>
        </p:txBody>
      </p:sp>
      <p:graphicFrame>
        <p:nvGraphicFramePr>
          <p:cNvPr id="102" name="Google Shape;102;p19"/>
          <p:cNvGraphicFramePr/>
          <p:nvPr/>
        </p:nvGraphicFramePr>
        <p:xfrm>
          <a:off x="516375" y="156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{3D8083EA-B767-4A37-B532-EE4D366FD5BA}</a:tableStyleId>
              </a:tblPr>
              <a:tblGrid>
                <a:gridCol w="32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RandomisedSearchCV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Finds the best hyperparameters by randomly testing hyperparameters within a range.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Stratified K-Fold Cross Validation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Splits data into K-folds with similar distribution of class labels.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Early Stopping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Prevents overfitting by stopping model training when accuracy stops improving.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Class Weighting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Assigns higher importance to minority class by penalising misclassifications severely.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methods</a:t>
            </a:r>
            <a:endParaRPr/>
          </a:p>
        </p:txBody>
      </p:sp>
      <p:graphicFrame>
        <p:nvGraphicFramePr>
          <p:cNvPr id="108" name="Google Shape;108;p20"/>
          <p:cNvGraphicFramePr/>
          <p:nvPr/>
        </p:nvGraphicFramePr>
        <p:xfrm>
          <a:off x="516375" y="124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{3D8083EA-B767-4A37-B532-EE4D366FD5BA}</a:tableStyleId>
              </a:tblPr>
              <a:tblGrid>
                <a:gridCol w="23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Accuracy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Percentage of predictions that are correct.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Precision 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Proportion of all the model’s positive classifications that are actually correct 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Recall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Proportion of all actual positives that are classified correctly as positives.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F1-Score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Mean of precision and recall. Measures the tradeoff between precision and recall.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</a:rPr>
                        <a:t>Confusion Matrix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Shows true positives/negatives and false positives/negatives in a table.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results - Random Forest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500" y="1373925"/>
            <a:ext cx="8538991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results - SVM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7250"/>
            <a:ext cx="8839201" cy="208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results - XGBoost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38" y="1359850"/>
            <a:ext cx="8724318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2771400" y="2080200"/>
            <a:ext cx="3601200" cy="9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Thank 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On-screen Show (16:9)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</vt:lpstr>
      <vt:lpstr>Roboto Slab</vt:lpstr>
      <vt:lpstr>Arial</vt:lpstr>
      <vt:lpstr>Marina</vt:lpstr>
      <vt:lpstr>EGT 309 T1 Team 5</vt:lpstr>
      <vt:lpstr>Contributions</vt:lpstr>
      <vt:lpstr>Null/Error handling methods</vt:lpstr>
      <vt:lpstr>Visualisations</vt:lpstr>
      <vt:lpstr>Visualisations</vt:lpstr>
      <vt:lpstr>Model choices</vt:lpstr>
      <vt:lpstr>Tuning methods</vt:lpstr>
      <vt:lpstr>Evaluation methods</vt:lpstr>
      <vt:lpstr>Evaluation results - Random Forest</vt:lpstr>
      <vt:lpstr>Evaluation results - SVM</vt:lpstr>
      <vt:lpstr>Evaluation results - XGBoost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NIGEL NAKAJIMA KEN</cp:lastModifiedBy>
  <cp:revision>1</cp:revision>
  <dcterms:modified xsi:type="dcterms:W3CDTF">2026-06-10T09:07:31Z</dcterms:modified>
</cp:coreProperties>
</file>